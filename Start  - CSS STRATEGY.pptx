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>
        <p:scale>
          <a:sx n="100" d="100"/>
          <a:sy n="100" d="100"/>
        </p:scale>
        <p:origin x="44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-1" y="1385447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BCE80B-7800-08CC-55A2-B4B6158F3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01" y="186264"/>
            <a:ext cx="11189275" cy="6286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7F04CD-F66A-0645-70F9-49468705ED0A}"/>
              </a:ext>
            </a:extLst>
          </p:cNvPr>
          <p:cNvSpPr txBox="1"/>
          <p:nvPr/>
        </p:nvSpPr>
        <p:spPr>
          <a:xfrm>
            <a:off x="613458" y="1255853"/>
            <a:ext cx="62093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The </a:t>
            </a:r>
            <a:r>
              <a:rPr lang="en-US" sz="1200" dirty="0" err="1"/>
              <a:t>negivation</a:t>
            </a:r>
            <a:r>
              <a:rPr lang="en-US" sz="1200" dirty="0"/>
              <a:t> container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It display flex-direction : row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It has 3 other container in it and it use justify contain : space between and align item : center  </a:t>
            </a:r>
          </a:p>
          <a:p>
            <a:endParaRPr lang="en-US" sz="1200" dirty="0"/>
          </a:p>
          <a:p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BA10BF-4B17-CC1A-A83C-90C4599B5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45" y="2078904"/>
            <a:ext cx="6026460" cy="14732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2A8BFE-B66A-E38C-0AD9-CA9B0B33647C}"/>
              </a:ext>
            </a:extLst>
          </p:cNvPr>
          <p:cNvSpPr txBox="1"/>
          <p:nvPr/>
        </p:nvSpPr>
        <p:spPr>
          <a:xfrm>
            <a:off x="613458" y="3598119"/>
            <a:ext cx="51960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This is the header container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HTML thing is using justify-contain : flex end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While the customize is using justify contain flex-start and align item : flex end  </a:t>
            </a:r>
          </a:p>
          <a:p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4A8AF5E-9747-C2AA-FE44-7B4218D44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65" y="4308411"/>
            <a:ext cx="5315223" cy="24956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8953CA-7CE7-0A97-691C-5823F460D47C}"/>
              </a:ext>
            </a:extLst>
          </p:cNvPr>
          <p:cNvSpPr txBox="1"/>
          <p:nvPr/>
        </p:nvSpPr>
        <p:spPr>
          <a:xfrm>
            <a:off x="6203950" y="4586485"/>
            <a:ext cx="5760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The main right is using flex-direction : column and each item have gap </a:t>
            </a:r>
          </a:p>
          <a:p>
            <a:r>
              <a:rPr lang="en-US" sz="1200" dirty="0"/>
              <a:t>The side bar left also using flex-direction : column and each of it might be in the different </a:t>
            </a:r>
          </a:p>
          <a:p>
            <a:r>
              <a:rPr lang="en-US" sz="1200" dirty="0"/>
              <a:t>Container  </a:t>
            </a:r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112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Touch Phile</cp:lastModifiedBy>
  <cp:revision>2</cp:revision>
  <dcterms:created xsi:type="dcterms:W3CDTF">2024-08-04T11:27:57Z</dcterms:created>
  <dcterms:modified xsi:type="dcterms:W3CDTF">2026-10-30T03:12:46Z</dcterms:modified>
</cp:coreProperties>
</file>